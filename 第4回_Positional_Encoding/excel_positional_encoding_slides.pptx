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858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8521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760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Embeddingに、tokenの位置情報を足す仕組みを見ます。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同じtokenでも、位置が違うとTransformerへの入力ベクトルが変わることを確認します。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63840" y="2706624"/>
            <a:ext cx="32003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0" y="2706624"/>
            <a:ext cx="22860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足し算で混ぜる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 + 順番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第4回は、Embeddingに順番の情報を足す回です。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第4回の到達点: tokenの意味ベクトルに、順番の情報を足せる状態にする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なぜ位置情報を足すのかを、Excelの表で確認します。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Embeddingだけの限界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tokenの意味は分かっても、位置は分かりにくい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位置ベクトル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positionごとに違う数値パターンを用意する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足し算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 + Positional Encodingを作る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比較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同じtokenでも位置が違うと最終ベクトルが違うと読む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 05_COMPARE。Embeddingは同じでも、最終ベクトルが違う理由を確認します。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Positional Encodingは位置を足す仕組み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tokenの意味ベクトルに、positionごとのベクトルを足します。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306324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tokenごとの意味ベクトル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33172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positionごとの位置ベクトル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33172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00584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Input Vector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足し算後の入力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60120" y="347472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223760"/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要素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私 = [0.20, 0.80, 0.10, 0.30]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[0.000, 1.000, 0.000, 1.000]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足し算後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[0.200, 1.800, 0.100, 1.300]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60120" y="5349240"/>
            <a:ext cx="996696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同じtokenでも、足される位置ベクトルが違えば最終ベクトルは変わります。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Excelで動く、Positional Encoding観察デモです。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入力文A/B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は りんご を 食べる / りんご を 私 は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display_df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見やすい縦長の確認表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all_outputs_df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中間表をまとめた横長の詳細表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compare_df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同じtokenの位置違い比較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本物のLLMではなく、4次元の固定Embeddingとsin/cos位置ベクトルを使う小さなデモです。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https://github.com/KanameShiga-dev/excel-python-mini-llm-demo/tree/main/第4回_Positional_Encoding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固定の文A/Bを使い、同じtokenが違うpositionにあることを確認します。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UIで何を確認するか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固定入力を使い、確認表を切り替えて「位置が違うと最終ベクトルが変わる」ことを見ます。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文A/Bのtokenとposition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同じtokenの位置違いを確認する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02_EMBEDDING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tokenごとのEmbedding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同じtokenならEmbeddingは同じと見る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03_POSITIONAL_ENCODING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positionごとの位置ベクトル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positionで足される値が違うと見る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04_ADD_RESULT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足し算後の最終ベクトル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Embedding + 位置ベクトルを見る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05_COMPARE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同じtokenの比較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位置が違うと最終ベクトルが違うと読む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display_df / 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見せたい表を切り替える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第4回のExcel UIは、入力変更よりも確認表の切り替えで、位置情報の効き方を見せる構成です。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Embedding表と位置ベクトルを作り、足し算後を比較します。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文A/B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4086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tokenベクトル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8114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9379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position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位置ベクトル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2142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3407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add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61704" y="2761488"/>
            <a:ext cx="36576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4352" y="2331720"/>
            <a:ext cx="16002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違いを見る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Embeddingはtokenで決まり、Positional Encodingはpositionで決まります。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同じtokenを含む2つの文を使い、位置違いを比較します。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文A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は りんご を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文B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りんご を 私 は 食べる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section / item / token / value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入力、Embedding、位置、足し算、比較の全列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同じtokenのposition差と最終ベクトル差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以降は単語ではなくtoken表記を基本にします。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既定では、見やすい縦長のdisplay_dfを返します。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B12付近にPythonセルを作る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 .py のコードを貼り付ける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05_COMPAREの行を見る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必要なら最後の行をcompare_dfに変える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詳細確認ならall_outputs_dfに変える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コードはシート内ではなく、excel_positional_encoding_demo_code.py から貼り付けます。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第4回は表示モード選択ではなく、返すDataFrameを切り替えて確認します。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77240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section / item / token / value / note。既定の確認表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01_INPUT_A〜05_COMPAREを連結した詳細表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 / 文A position / 文B position / 最終ベクトルは同じ？ / 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 / dim_0〜dim_3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position / pe_0〜pe_3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321808"/>
            <a:ext cx="10607040" cy="5943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display_dfの05_COMPARE。位置が違うtokenの最終ベクトルが変わることを確認します。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display_dfはsectionごとに、入力から比較までを縦に追います。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931920"/>
                <a:gridCol w="40690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section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tokenとposition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文A / 0番目 / 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02_EMBEDDING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tokenごとの意味ベクトル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私 のEmbedding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03_POSITIONAL_ENCODING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positionごとの位置ベクトル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position 0 の位置ベクトル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04_ADD_RESULT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足し算後の最終ベクトル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Embedding + 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sectionの番号順に見ると、入力から足し算後までの流れが分かります。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value列のベクトルが、Embeddingだけか足し算後かをnoteで確認します。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compare_dfでは、同じtokenでも位置が違うと最終ベクトルが変わることを読みます。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2194560"/>
                <a:gridCol w="2103120"/>
                <a:gridCol w="23774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文A position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文B position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最終ベクトル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違う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りんご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違う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食べる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「私」と「りんご」は位置が変わるので、Embeddingは同じでも最終ベクトルは違います。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第3回でtokenを数値化し、第4回で順番を足し、第5回でQ/K/Vへ進みます。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tokenを数値ベクトルにした。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positionの情報を足す。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Q/K/Vで複数の見方を作る。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意味と順番を足した入力ベクトルが、次回のQ/K/V計算の材料になります。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4次元の固定値。学習で得た値ではない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sin/cosで作る古典的な例を使用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入力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文A/Bの固定token列だけを扱う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同じtokenの位置違いを中心に見る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Q/K/V、Multi-Head、学習による更新は未扱い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第4回では、tokenの意味ベクトルに順番の情報を足しました。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Embeddingはtokenの意味、位置ベクトルはtokenの場所を表します。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display_dfの05_COMPAREで、最終ベクトルの違いを確認します。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固定値の4次元教材用デモです。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第5回 Multi-Head Attention では、入力ベクトルからQ/K/Vを作り、複数の見方でAttentionを動かします。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第4回 Positional Encoding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Embeddingに位置情報を足す流れを読むための用語を整理します。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tokenが文の何番目にあるかを表す番号です。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positionごとに決まる位置ベクトルです。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Embedding + Positional Encoding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tokenの意味ベクトルに位置ベクトルを足した入力ベクトルです。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display_df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既定表示の縦長確認表。section順に処理の流れを追います。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all_outputs_df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入力、Embedding、位置、足し算、比較を連結した詳細表です。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compare_df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同じtokenでも位置が違うと最終ベクトルが違うことを見る表です。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第4回では、同じtokenでも位置が変わると最終ベクトルが変わる点を見ます。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第4回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