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Excelで体験する言語モデルのしくみ 第10回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重みを更新せず、外部資料を検索して根拠つきで答える流れを見ます。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重みを更新せず、外部資料を検索して根拠つきで答える流れを見ます。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Excelで体験する言語モデルのしくみ 第10回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最終回は内部計算から外部参照へ進みます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第1回から第9回はモデル内側、第10回はモデル外側の知識の足し方です。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0020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4846320"/>
              </a:tblGrid>
              <a:tr h="62179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つながり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第7回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Softmaxと生成のばらつき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確率から次tokenを選ぶ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第8回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Lossと学習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予測のズレを数値にする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第9回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Backpropagation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ズレを元に重みを更新する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第10回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RAG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外部資料を参照して答える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0120" y="4983480"/>
            <a:ext cx="10241280" cy="658368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5093208"/>
            <a:ext cx="99120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現在地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5394960"/>
            <a:ext cx="9912096" cy="1554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第10回は、内部重みではなく外部資料を使って答える最終回です。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78308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RAGは検索した根拠を回答に渡す構成です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検索スコア、上位文書、根拠文、回答案を分けて確認します。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検索スコア、上位文書、根拠文、回答案を分けて確認します。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RAGは検索した根拠を回答に渡す構成です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学習ではなく参照で知識を足します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BackpropagationのようにWを動かさず、質問に近い資料を外から渡します。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BackpropagationのようにWを動かさず、質問に近い資料を外から渡します。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学習ではなく参照で知識を足します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Excelでは小さな資料表を検索対象にします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外部APIなしで、キーワード重みスコアによる教材用RAGを作ります。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外部APIなしで、キーワード重みスコアによる教材用RAGを作ります。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Excelでは小さな資料表を検索対象にします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5</a:t>
            </a:r>
          </a:p>
        </p:txBody>
      </p:sp>
      <p:sp>
        <p:nvSpPr>
          <p:cNvPr id="17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https://github.com/KanameShiga-dev/excel-python-mini-llm-demo/tree/main/第10回_RAG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入力シートで質問と検索条件を確認します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question、top_k、score_thresholdが根拠選択を変えます。</a:t>
            </a:r>
          </a:p>
        </p:txBody>
      </p:sp>
      <p:pic>
        <p:nvPicPr>
          <p:cNvPr id="6" name="Picture 5" descr="01_INPU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6903720" cy="32052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1938528"/>
            <a:ext cx="296265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変えるもの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240280"/>
            <a:ext cx="296265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question / top_k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035808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3145536"/>
            <a:ext cx="296265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見るもの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3447288"/>
            <a:ext cx="296265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score /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242816"/>
            <a:ext cx="329184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4352544"/>
            <a:ext cx="296265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確認すること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4654296"/>
            <a:ext cx="296265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根拠と回答の対応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Excel UIは検索条件と表示表の対応を見る入口です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入力、文書表、スコア表、根拠表、回答案を別々に読みます。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297680"/>
              </a:tblGrid>
              <a:tr h="59436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question、top_k、threshold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根拠候補が変わる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02_DOCUMENTS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検索対象の資料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どの文書が使えるか分かる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04_RETRIEVAL_SCORE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matched_terms、score、rank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選ばれた理由が見える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05_TOP_CONTEXT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上位根拠文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回答に渡す文が分かる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06_ANSWER_DRAFT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回答案と注意文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根拠つき回答の形を見る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コード末尾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result_df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返す表を切り替える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QueryからAnswerまでを4段階で追います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query、retrieve、context、answerを1本の流れとして確認します。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41448"/>
            <a:ext cx="172821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33172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441448"/>
            <a:ext cx="172821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retrieve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31720"/>
            <a:ext cx="20574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41448"/>
            <a:ext cx="172821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31720"/>
            <a:ext cx="205740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2441448"/>
            <a:ext cx="172821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51960"/>
            <a:ext cx="9966960" cy="7772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36168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読み方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663440"/>
            <a:ext cx="9637776" cy="2743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質問を直接答えにせず、選んだ根拠を通して回答案を作ります。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文書表は外部資料の小さな代役です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document_id、title、text、tagsを検索対象にします。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document_id、title、text、tagsを検索対象にします。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文書表は外部資料の小さな代役です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Python in Excelでは貼り付けて実行するだけに絞ります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外部 .py または11_PYTHON_CODEを貼り、Ctrl + Enterで実行します。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外部 .py または11_PYTHON_CODEを貼り、Ctrl + Enterで実行します。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Python in Excelでは貼り付けて実行するだけに絞ります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返すDataFrameで見たい段階を切り替えます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retrieval_score_df、top_context_df、answer_draft_dfなどを切り替えます。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3657600"/>
              </a:tblGrid>
              <a:tr h="483325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主な中身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使いどころ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retrieval_score_df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score、rank、decision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検索理由を見る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documents_df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document_id、text、tags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検索対象を見る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query_features_df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feature、weight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検索語の重みを見る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top_context_df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上位根拠文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回答に渡す文を見る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answer_draft_df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質問、根拠、回答案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最終形を見る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rag_flow_df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4段階の流れ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全体像を見る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retrieval scoreは根拠候補の選ばれ方を示します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matched_terms、score、rank、decisionを横に読めば検索理由が見えます。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matched_terms、score、rank、decisionを横に読めば検索理由が見えます。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retrieval scoreは根拠候補の選ばれ方を示します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top contextと回答案は根拠対応を確認する表です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回答文がどのdocument_idの根拠から来たかを分けて確認します。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回答文がどのdocument_idの根拠から来たかを分けて確認します。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top contextと回答案は根拠対応を確認する表です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第9回の重み更新とは別の知識追加です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内部計算を学んだあと、外部資料をつなぐ設計へ自然に接続します。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内部計算を学んだあと、外部資料をつなぐ設計へ自然に接続します。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第9回の重み更新とは別の知識追加です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実RAGの大きな部品は今回は扱いません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embedding、ベクトルDB、chunking、reranker、LLM API生成は対象外です。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5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955279"/>
              </a:tblGrid>
              <a:tr h="49530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キーワード重み。embedding検索は扱わない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DB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Excel内の小さな表。ベクトルDBは扱わない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固定文書。chunking戦略は扱わない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生成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テンプレート回答。LLM APIは呼ばない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実行環境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324B"/>
                          </a:solidFill>
                        </a:rPr>
                        <a:t>コードは外部APIなし。Python in Excel実行はMicrosoft Cloud上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321808"/>
            <a:ext cx="100949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8A5A2B"/>
                </a:solidFill>
                <a:latin typeface="Yu Gothic"/>
              </a:rPr>
              <a:t>安全注記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623560"/>
            <a:ext cx="10094976" cy="45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Excel上のPython実行にはインターネット接続と対応するMicrosoft 365環境が必要です。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全10回の締めは内側の計算と外側の参照の整理です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Excelで見た小さな表が、LLMシステムを分解して理解する入口になります。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34840" cy="12344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84248"/>
            <a:ext cx="410565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F6690"/>
                </a:solidFill>
                <a:latin typeface="Yu Gothic"/>
              </a:rPr>
              <a:t>今回の焦点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86000"/>
            <a:ext cx="410565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Excelで見た小さな表が、LLMシステムを分解して理解する入口になります。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2344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84248"/>
            <a:ext cx="46542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到達点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86000"/>
            <a:ext cx="46542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全10回の締めは内側の計算と外側の参照の整理です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996696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3777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 b="1">
                <a:solidFill>
                  <a:srgbClr val="276749"/>
                </a:solidFill>
                <a:latin typeface="Yu Gothic"/>
              </a:rPr>
              <a:t>Excelで確認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074920"/>
            <a:ext cx="9637776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0">
                <a:solidFill>
                  <a:srgbClr val="24324B"/>
                </a:solidFill>
                <a:latin typeface="Yu Gothic"/>
              </a:rPr>
              <a:t>表の列名とDataFrame名を対応づけて読みます。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150" b="1">
                <a:solidFill>
                  <a:srgbClr val="24324B"/>
                </a:solidFill>
                <a:latin typeface="Yu Gothic"/>
              </a:rPr>
              <a:t>今回の用語集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RAG、query、retrieve、context、scoreなどを確認します。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19072"/>
          <a:ext cx="1060704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479552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この教材での意味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検索した外部資料を根拠として回答に渡す構成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query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検索したい質問文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retrieve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質問に近い文書を探す段階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回答に渡す根拠文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一致語と重みから作る教材用の検索点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top_k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根拠候補にする上位件数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低いスコアを根拠から外す境界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answer_draft_df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4324B"/>
                          </a:solidFill>
                        </a:rPr>
                        <a:t>根拠から組み立てた回答案の表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第10回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