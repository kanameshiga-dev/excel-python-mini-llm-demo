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949440" cy="59436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500" b="1">
                <a:solidFill>
                  <a:srgbClr val="24324B"/>
                </a:solidFill>
                <a:latin typeface="Yu Gothic"/>
              </a:rPr>
              <a:t>Excelで体験する 言語モデルのしくみ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6217920" cy="47548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2F6690"/>
                </a:solidFill>
                <a:latin typeface="Yu Gothic"/>
              </a:rPr>
              <a:t>第8回 Lossと学習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5806440" cy="7315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Yu Gothic"/>
              </a:rPr>
              <a:t>生成結果を、学習のための信号へ変える入口です。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82112"/>
            <a:ext cx="4937760" cy="109728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今回の狙い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target_probability、Loss、gradient、learning_rateを、同じ候補表の変化として読みます。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logit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1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softmax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10928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target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3730752"/>
            <a:ext cx="3520440" cy="804672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gradient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次の確認表へ渡す値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9659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全10回の中の位置づけ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正解tokenの確率が低いほどLossが大きくなることを、Excelの表で確認します。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第1回 n-gram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直前の並びから次を考える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第2回 Self-Attention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文全体のどこを見るかを重みで見る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6312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第3回 Embedding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tokenを数値ベクトルにする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96312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tokenの順番を数値で足す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複数の見方を同時に走らせる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9544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AttentionとFFNをつなぐ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22776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第7回 Softmaxと生成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確率から次tokenを選ぶ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22776"/>
            <a:ext cx="5074920" cy="512064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第8回 Lossと学習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予測のズレを数値にする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36008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第9回 Backpropagation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ズレを重みに戻す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636008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第10回 RAG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外部情報を参照して答える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559552"/>
            <a:ext cx="9875520" cy="59436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第8回の到達点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target_probability、Loss、gradient、learning_rateを、同じ候補表の変化として読みます。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今日のゴール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正解tokenの確率が低いほどLossが大きくなることを、Excelの表で確認します。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できるようになること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target_probability、Loss、gradient、learning_rateを、同じ候補表の変化として読みます。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Excelで見るもの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入力、設定、返るDataFrameを対応づけます。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Lossと学習 の考え方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生成結果を、学習のための信号へ変える入口です。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見ること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正解tokenの確率が低いほどLossが大きくなることを、Excelの表で確認します。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ポイント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target_probability、Loss、gradient、learning_rateを、同じ候補表の変化として読みます。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Excelで作ったもの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デモ一式はGitHubの各回フォルダから取得できます。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01_INPUT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target_tokenとlearning_rateを設定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02_PROBABILITY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候補tokenごとの確率を確認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03_LOSS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正解確率からLossを計算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04_UPDATE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gradientと更新方向を見る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900" b="0">
                <a:solidFill>
                  <a:srgbClr val="526279"/>
                </a:solidFill>
                <a:latin typeface="Yu Gothic"/>
              </a:rPr>
              <a:t>デモ一式: https://github.com/KanameShiga-dev/excel-python-mini-llm-demo/tree/main/第8回_Loss_Learning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300" b="1">
                <a:solidFill>
                  <a:srgbClr val="24324B"/>
                </a:solidFill>
                <a:latin typeface="Yu Gothic"/>
              </a:rPr>
              <a:t>最初に正解tokenとlearning_rateを確認します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targetがどの候補か、更新量をどの程度にするかを見ます。</a:t>
            </a:r>
          </a:p>
        </p:txBody>
      </p:sp>
      <p:pic>
        <p:nvPicPr>
          <p:cNvPr id="6" name="Picture 5" descr="01_INPU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64208"/>
            <a:ext cx="6903720" cy="320529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01000" y="1828800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candidate / logit / target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035808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F6690"/>
                </a:solidFill>
                <a:latin typeface="Yu Gothic"/>
              </a:rPr>
              <a:t>変えるもの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target_token / learning_rate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242816"/>
            <a:ext cx="3291840" cy="96012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見える変化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Lossと更新後確率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第8回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300" b="1">
                <a:solidFill>
                  <a:srgbClr val="24324B"/>
                </a:solidFill>
                <a:latin typeface="Yu Gothic"/>
              </a:rPr>
              <a:t>Excelでは入力値と返すDataFrameを切り替えます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場所ごとに、確認する値と見える変化を分けます。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737360"/>
          <a:ext cx="108813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114800"/>
                <a:gridCol w="4297680"/>
              </a:tblGrid>
              <a:tr h="594360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Yu Gothic"/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Yu Gothic"/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Yu Gothic"/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01_INPUT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target_token、learning_rate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計算入口を確認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02_PROB_LOSS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probability、target_loss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Lossを見る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03_TARGET_GRADIENT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gradient、logit_delta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更新方向を見る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04_LEARNING_STEP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更新前後の確率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Loss低下を確認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05_TRAINING_TRACE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stepごとのloss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繰り返しの変化を見る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コード末尾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result_df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返す表を切り替える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第8回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処理の流れを左から右へ読む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生成結果を、学習のための信号へ変える入口です。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logit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24912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softmax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9744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target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94576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Loss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79408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gradient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434840"/>
            <a:ext cx="9966960" cy="82296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見るポイント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target_probability、Loss、gradient、learning_rateを、同じ候補表の変化として読みます。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データとして見るもの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表の行と列を、計算段階と対応づけます。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candidate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候補token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probability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softmax後の確率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target_probability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正解tokenの確率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gradient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logitを動かす方向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Python in Excel 実行手順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RUNBOOKは実行手順だけに絞ります。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操作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外部 .py をPython in Excelへ貼り付け、Ctrl + Enterで実行します。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実行後、返るDataFrameを切り替えて見ます。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返る表・列・変数の確認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DISPLAY MODESでDataFrameを切り替えます。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probabilities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候補tokenごとの確率表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loss_summary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Lossと正解確率の要約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gradient_table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logit別のgradient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update_preview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1 step更新後の見え方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表の読み方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最初に見る表と列を確認します。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probabilities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読み方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候補tokenごとの確率表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表の読み方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次に、変化した値を確認します。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update_preview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読み方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1 step更新後の見え方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前後の回とのつながり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第7回の確率表に正解tokenを重ねると、生成結果をLossとして評価できます。第9回では、このgradientを重みへ戻します。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前の回から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前回までの表の読み方を受け取ります。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次に進むこと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第7回の確率表に正解tokenを重ねると、生成結果をLossとして評価できます。第9回では、このgradientを重みへ戻します。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今回の限界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この教材では、1回分の小さな更新だけを扱います。実際のLLMの大規模学習、バッチ処理、最適化手法は扱いません。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教材の範囲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この教材では、1回分の小さな更新だけを扱います。実際のLLMの大規模学習、バッチ処理、最適化手法は扱いません。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注意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説明用の小さなデモとして扱います。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Lossは、予測がどれくらいズレているかを数値にしたものです。学習では、このズレを下げる方向へ重みを動かします。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今回の要点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Lossは、予測がどれくらいズレているかを数値にしたものです。学習では、このズレを下げる方向へ重みを動かします。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次の確認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動画・字幕・GitHubの公開情報と合わせて確認します。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今回の用語集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この回で使う表・列・概念を整理します。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Loss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target token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target_probability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gradient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61104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learning_rate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261104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update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Excel Education Series</dc:creator>
  <cp:keywords/>
  <dc:description/>
  <cp:lastModifiedBy>Excel Education Series</cp:lastModifiedBy>
  <cp:revision>1</cp:revision>
  <dcterms:created xsi:type="dcterms:W3CDTF">2013-01-27T09:14:16Z</dcterms:created>
  <dcterms:modified xsi:type="dcterms:W3CDTF">2013-01-27T09:15:58Z</dcterms:modified>
  <cp:category/>
  <cp:contentStatus/>
</cp:coreProperties>
</file>