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Excelで体験する言語モデルのしくみ 第8回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Lossと学習: 予測のズレを数値にする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Lossと学習: 予測のズレを数値にする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Excelで体験する言語モデルのしくみ 第8回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第8回は、生成結果を学習信号へ変える入口です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第7回の確率表に正解tokenを重ね、Lossを計算します。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60120" y="18288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4754880"/>
              </a:tblGrid>
              <a:tr h="49377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Yu Gothic"/>
                        </a:rPr>
                        <a:t>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Yu Gothic"/>
                        </a:rPr>
                        <a:t>テーマ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Yu Gothic"/>
                        </a:rPr>
                        <a:t>つながり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第6回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Transformer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表現を作る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第7回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Softmaxと生成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確率から選ぶ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第8回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Lossと学習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ズレを数値化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第9回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Backpropagation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24B"/>
                          </a:solidFill>
                          <a:latin typeface="Yu Gothic"/>
                        </a:rPr>
                        <a:t>重みへ戻す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60120" y="480060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現在地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第8回は、生成の正誤を学習信号へ変換する回です。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78308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Lossが何を測るかをExcelで読めるようにする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正解確率、Cross Entropy、gradient、更新後の変化を対応づけます。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正解確率、Cross Entropy、gradient、更新後の変化を対応づけます。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Lossが何を測るかをExcelで読めるようにする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正解確率が低いほどLossは大きくなる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Lossはモデルを責める点数ではなく、どちらへ直すかを見る信号です。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Lossはモデルを責める点数ではなく、どちらへ直すかを見る信号です。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正解確率が低いほどLossは大きくなる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ExcelにはLossから1ステップ更新までを並べます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入力、確率、勾配、更新、traceを別シートで確認します。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4389120" cy="13716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今回の焦点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入力、確率、勾配、更新、traceを別シートで確認します。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0" y="1920240"/>
            <a:ext cx="4937760" cy="13716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到達点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ExcelにはLossから1ステップ更新までを並べます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663440"/>
            <a:ext cx="996696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同じ入力を使い、返すDataFrameを切り替えて読み比べます。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5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https://github.com/KanameShiga-dev/excel-python-mini-llm-demo/tree/main/第8回_Loss_Learning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最初に正解tokenとlearning_rateを確認します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targetがどの候補か、更新量をどの程度にするかを見ます。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64208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candidate / logit /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target_token / learning_rate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Lossと更新後確率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Excelでは入力値と返すDataFrameを切り替えます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場所ごとに、確認する値と見える変化を分けます。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target_token、learning_rate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02_PROB_LOSS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probability、target_loss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03_TARGET_GRADIENT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gradient、logit_delta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更新方向を見る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04_LEARNING_STEP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更新前後の確率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Loss低下を確認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05_TRAINING_TRACE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stepごとのloss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繰り返しの変化を見る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Lossから学習への流れを5段階で見る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logit、Softmax、target、Loss、updateを順に追います。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logits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1691640" cy="82296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169164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update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6052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Lossは終点ではなく、次にlogitをどう動かすかを決める入口です。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target列がLoss計算の基準になります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正解tokenだけis_target=1として扱います。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正解tokenだけis_target=1として扱います。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target列がLoss計算の基準になります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Python in Excelでは外部.pyを貼り付けて実行します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RUNBOOKは実行手順に絞ります。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RUNBOOKは実行手順に絞ります。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Python in Excelでは外部.pyを貼り付けて実行します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返すDataFrameを変えると見る段階が変わります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prediction、gradient、learning_step、loss_traceを切り替えます。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3657600"/>
              </a:tblGrid>
              <a:tr h="563880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主な中身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prediction_df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確率とtarget_loss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Lossの入口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gradient_df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probability -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更新方向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learning_step_df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更新前後の比較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Loss低下の確認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stepごとのloss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学習の流れ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summary_df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before/after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短い確認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48640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切り替え例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result_df = loss_trace_df にすると、Lossが下がる様子を表示できます。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Lossはtarget_probabilityとセットで読む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確率が上がればLossは下がる、という対応を確認します。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確率が上がればLossは下がる、という対応を確認します。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Lossはtarget_probabilityとセットで読む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gradientはlogitを動かす向きを示します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正解tokenは上げ、非正解tokenは少し下げる方向になります。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正解tokenは上げ、非正解tokenは少し下げる方向になります。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gradientはlogitを動かす向きを示します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第7回の確率表が、第8回ではLossになります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第9回ではこの勾配を前の重みへ戻す話に進みます。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第9回ではこの勾配を前の重みへ戻す話に進みます。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第7回の確率表が、第8回ではLossになります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この回はlogitを直接動かす教材用モデルです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実LLMの巨大な重み、バッチ学習、最適化器、分散学習は扱いません。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更新対象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logitを直接更新。実LLMは多数の重みを更新する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データ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1例だけ。実学習は大量データとバッチを使う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最適化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単純なgradient descent。Adamなどは扱わない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規模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小語彙6候補。巨大語彙や分散学習は扱わない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実行環境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4324B"/>
                          </a:solidFill>
                          <a:latin typeface="Yu Gothic"/>
                        </a:rPr>
                        <a:t>コードは外部APIなし。Python in Excel実行はMicrosoft Cloud上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外部APIは呼びませんが、Python in Excelにはインターネット接続と対応するMicrosoft 365環境が必要です。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Lossは学習のためのズレの数値化です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次回はズレをどう前の層へ伝えるかを扱います。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5720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F6690"/>
                </a:solidFill>
                <a:latin typeface="Yu Gothic"/>
              </a:rPr>
              <a:t>見ること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次回はズレをどう前の層へ伝えるかを扱います。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28800"/>
            <a:ext cx="493776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要点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Lossは学習のためのズレの数値化です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9768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/>
          <a:lstStyle/>
          <a:p>
            <a:pPr algn="ctr"/>
            <a:r>
              <a:rPr b="1" sz="1400">
                <a:solidFill>
                  <a:srgbClr val="276749"/>
                </a:solidFill>
                <a:latin typeface="Yu Gothic"/>
              </a:rPr>
              <a:t>Excelで確認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4324B"/>
                </a:solidFill>
                <a:latin typeface="Yu Gothic"/>
              </a:rPr>
              <a:t>表の列名とDataFrame名を対応づけて読みます。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566928"/>
            <a:ext cx="1078992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300" b="1">
                <a:solidFill>
                  <a:srgbClr val="24324B"/>
                </a:solidFill>
                <a:latin typeface="Yu Gothic"/>
              </a:rPr>
              <a:t>今回の用語集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15568"/>
            <a:ext cx="10607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Yu Gothic"/>
              </a:rPr>
              <a:t>Loss、target、gradient、learning_rateなどを確認します。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79552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予測と正解のズレを表す値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Cross 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正解tokenの確率からLossを作る式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target_token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今回の正解token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one_hot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正解だけ1、他を0にする表現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Lossを下げるための更新方向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learning_rate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1回の更新で動かす大きさ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logit_delta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logitに加える変化量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loss_trace_df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4324B"/>
                          </a:solidFill>
                          <a:latin typeface="Yu Gothic"/>
                        </a:rPr>
                        <a:t>更新ごとのLossを見る表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第8回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