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1F2A44"/>
                </a:solidFill>
                <a:latin typeface="Yu Gothic"/>
              </a:rPr>
              <a:t>Excelで体験する言語モデルのしくみ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217920" cy="47548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2F6690"/>
                </a:solidFill>
                <a:latin typeface="Yu Gothic"/>
              </a:rPr>
              <a:t>第8回 Lossと学習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526279"/>
                </a:solidFill>
                <a:latin typeface="Yu Gothic"/>
              </a:rPr>
              <a:t>生成結果を、学習のための信号へ変える入口です。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今回の狙い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softmax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10928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30752"/>
            <a:ext cx="3520440" cy="804672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gradient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次の確認表へ渡す値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9659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正解tokenの確率が低いほどLossが大きくなることを、Excelの表で確認します。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AttentionとFFNをつなぐ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第8回 Lossと学習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ズレを重みに戻す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外部情報を参照して答える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59552"/>
            <a:ext cx="9875520" cy="5943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第8回の到達点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今日のゴール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正解tokenの確率が低いほどLossが大きくなることを、Excelの表で確認します。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できるようになること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Excelで見るもの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入力、設定、返るDataFrameを対応づけます。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Lossと学習 の考え方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生成結果を、学習のための信号へ変える入口です。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正解tokenの確率が低いほどLossが大きくなることを、Excelの表で確認します。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デモ一式はGitHubの各回フォルダから取得できます。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target_tokenとlearning_rateを設定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02_PROBABILITY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候補tokenごとの確率を確認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03_LOSS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正解確率からLossを計算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04_UPDATE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gradientと更新方向を見る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526279"/>
                </a:solidFill>
                <a:latin typeface="Yu Gothic"/>
              </a:rPr>
              <a:t>デモ一式: https://github.com/KanameShiga-dev/excel-python-mini-llm-demo/tree/main/第8回_Loss_Learning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最初に正解tokenとlearning_rateを確認します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targetがどの候補か、更新量をどの程度にするかを見ます。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64208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candidate / logit /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変えるもの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target_token / learning_rate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見える変化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Lossと更新後確率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Excelでは入力値と返すDataFrameを切り替えます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場所ごとに、確認する値と見える変化を分けます。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target_token、learning_rate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計算入口を確認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02_PROB_LOSS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probability、target_loss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03_TARGET_GRADIENT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gradient、logit_delta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更新方向を見る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04_LEARNING_STEP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更新前後の確率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Loss低下を確認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05_TRAINING_TRACE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stepごとのloss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繰り返しの変化を見る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result_df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処理の流れを左から右へ読む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生成結果を、学習のための信号へ変える入口です。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4912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softmax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9744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4576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79408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gradient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434840"/>
            <a:ext cx="9966960" cy="8229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見るポイント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target_probability、Loss、gradient、learning_rateを、同じ候補表の変化として読みます。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データとして見るもの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表の行と列を、計算段階と対応づけます。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candidate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候補token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probability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softmax後の確率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target_probability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正解tokenの確率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gradient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logitを動かす方向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RUNBOOKは実行手順だけに絞ります。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操作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 .py をPython in Excelへ貼り付け、Ctrl + Enterで実行します。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実行後、返るDataFrameを切り替えて見ます。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返る表・列・変数の確認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DISPLAY MODESでDataFrameを切り替えます。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probabilities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候補tokenごとの確率表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loss_summary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Lossと正解確率の要約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gradient_table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logit別のgradient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update_preview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1 step更新後の見え方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最初に見る表と列を確認します。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probabilities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候補tokenごとの確率表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次に、変化した値を確認します。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update_preview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1 step更新後の見え方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前後の回とのつながり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第7回の確率表に正解tokenを重ねると、生成結果をLossとして評価できます。第9回では、このgradientを重みへ戻します。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前の回から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前回までの表の読み方を受け取ります。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次に進むこと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第7回の確率表に正解tokenを重ねると、生成結果をLossとして評価できます。第9回では、このgradientを重みへ戻します。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この教材では、1回分の小さな更新だけを扱います。実際のLLMの大規模学習、バッチ処理、最適化手法は扱いません。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教材の範囲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この教材では、1回分の小さな更新だけを扱います。実際のLLMの大規模学習、バッチ処理、最適化手法は扱いません。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注意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説明用の小さなデモとして扱います。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Lossは、予測がどれくらいズレているかを数値にしたものです。学習では、このズレを下げる方向へ重みを動かします。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今回の要点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Lossは、予測がどれくらいズレているかを数値にしたものです。学習では、このズレを下げる方向へ重みを動かします。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次の確認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動画・字幕・GitHubの公開情報と合わせて確認します。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第8回 |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この回で使う表・列・概念を整理します。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target_probability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gradient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learning_rate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update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