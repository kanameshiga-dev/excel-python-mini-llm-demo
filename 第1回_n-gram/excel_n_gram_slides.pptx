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766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第1回 n-gram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669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直前のtoken列から、次に来やすいtokenを選ぶ仕組みをExcelで体験します。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「直前を見る」方式を理解し、第2回 Self-Attention の「文全体を見る」と比較できる状態にします。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候補を数える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2377440"/>
            <a:ext cx="123444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/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92440" y="2761488"/>
            <a:ext cx="1371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64040" y="2761488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20840" y="3611880"/>
            <a:ext cx="4297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n-gramは、文全体ではなく直前n個のtokenを手がかりにします。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第1回は、後続回と比較するための基準になる「直前を見る」モデルです。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第1回の到達点: n-gramの「直前を見る」を理解し、第2回の比較軸を作る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難しいAIとしてではなく、Excelで観察できる小さな部品として理解します。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言語モデルの入口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次に来やすいtokenを予測する、という見方を持つ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n-gramの考え方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直前n個のtokenをcontextとして使うと理解する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Excelデモの読み方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生成文だけでなく、ログ表の各列を見る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限界の理解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意味理解ではなく、出現パターンの教材用デモだと区別する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A31から展開されるログ表。特に context / top_candidates / selected / generated_so_far 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n-gramは「直前を見る」モデル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第1回では、文脈を直前n個のtokenに限定して観察します。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10896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33172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74519"/>
            <a:ext cx="310896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count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次候補の出現回数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8120" y="233172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58200" y="1874519"/>
            <a:ext cx="256032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1つ選ぶ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29000"/>
          <a:ext cx="99669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212080"/>
                <a:gridCol w="237744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注文履歴 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正本:3回 / 顧客:1回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475569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074920"/>
            <a:ext cx="9966960" cy="65836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意味を完全に理解しているのではなく、学習データに出てきた並びから次を選びます。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Python in Excelで動かす、第1回用の小さなn-gram言語モデルです。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01_Demo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入力値と実行結果を見る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02_Corpus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training_text列を学習用文章として使う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外部 .py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PythonコードをコピーしてPythonセルへ貼る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A31出力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生成ログ表をExcel値として展開する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ExcelだけでGPT級モデルを訓練するものではありません。仕組み説明用のミニモデルです。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https://github.com/KanameShiga-dev/excel-python-mini-llm-demo/tree/main/第1回_n-gram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01_Demo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開始プロンプト、生成token数、temperature、seed、モデル次数をここで変えます。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Pythonを実行するだけでなく、入力とコーパスを変えて生成の変化を観察します。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開始プロンプト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生成の出発点が変わる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生成token数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出力の長さが変わる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候補選択のばらつきが変わる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同じ条件での再現性が変わる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01_Demo!B8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モデル次数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直前に見るtoken数が変わる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02_Corpus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training_text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候補の出方そのものが変わる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ExcelをUIにして、設定変更 → 再実行 → generated_so_farやtop_candidatesの変化を見る教材です。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コーパスから候補を数え、temperatureとseedを使って次tokenを選びます。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Corpus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学習文章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4086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tokenize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簡易token化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8114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9379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候補を数える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2142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3407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温度で選ぶ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6170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output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ログ表へ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n-gramは見る範囲が固定的です。文全体を柔軟に見ているわけではありません。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入力データとtoken化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tokenは、単語や記号などの処理単位です。初出以降はtoken表記で統一します。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コーパス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02_Corpus の training_text 列。モデルが候補を数える元データです。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token（単語や記号の単位）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このデモでは、正規表現による簡易token化で日本語語句・英数字・記号を分けます。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85216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入力例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簡易token化の例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注文履歴は正本DBに保存する。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/ は / 正本 / DB / に / 保存 / する / 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修正点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単純な空白分割ではなく、コードの tokenize() が使う正規表現で分割します。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手順はPython in Excelの手動実行を前提にしています。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 .py を開いて全文コピー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01_Demo の A31 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数式 &gt; Pythonの挿入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Pythonエディターに貼る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出力を「Excel値」に切り替える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A31から展開された表を見る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B6〜B10や02_Corpusを変えて再実行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出力は「Excel値」。Pythonオブジェクトのままだと表に展開されません。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第1回は表示モード切替ではなく、A31に展開される1つのログ表を読みます。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列名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generated_text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完成文。1行目だけに表示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生成の何手目か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その手で直前に見ていたtoken列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候補token、回数、確率の上位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実際に選ばれたtoken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generated_so_far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その時点までの生成文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context → top_candidates → selected → generated_so_far の順に追うと、選ばれ方が分かります。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生成文だけでなく、1 stepごとの判断材料を追います。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5120640"/>
                <a:gridCol w="214884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注文履歴 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正本:3回/75%, 顧客:1回/25%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は 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DB:2回/67%, の:1回/33%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160520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contextが今見ている直前の並びです。top_candidatesが候補一覧で、selectedが今回選ばれたtokenです。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160520"/>
            <a:ext cx="480060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一番多い候補が必ず選ばれるとは限りません。temperatureがばらつきを作ります。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同じ開始プロンプトでも、temperatureやseedで選ばれ方が変わります。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393192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設定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注意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低いtemperature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よく出る候補を選びやすい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安定するが単調になりやすい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高いtemperature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意外な候補を選びやすい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話題が飛びやすくなる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seed固定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同条件で近い結果を再現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乱数の入口を固定するだけ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temperatureを0.6、0.9、1.2に変え、selectedとgenerated_so_farがどう変わるかを比べます。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第1回はシリーズの入口です。次回は見る範囲の考え方が大きく変わります。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直前n個のtokenだけを見る。見る範囲は固定的。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文全体のどこを見るかを重みとして観察する。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比較軸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直前を見る vs 文全体を見る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第1回で「直前を見る」制約を体験しておくと、第2回でSelf-Attentionの便利さが見えやすくなります。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データ量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短い教材用コーパスだけを使う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ニューラルネットワークではなくn-gram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文脈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直前n個のtokenだけを見る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意味理解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人間のように意味を理解しているわけではない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重み更新やBackpropagationは扱わない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Yu Gothic"/>
              </a:rPr>
              <a:t>第1回では、言語モデルの入口として「次tokenを選ぶ」流れを観察しました。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n-gramは直前のtoken列から次候補を数えます。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A31のログ表で context / top_candidates / selected を追います。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意味理解ではなく、出現パターンを使う教材用ミニモデルです。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第2回 Self-Attention では、直前だけでなく文全体のどこを見るかを重みとして観察します。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第1回 n-gram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生成ログを読むために必要な用語を整理します。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文章を分けた処理単位。第1回では正規表現による簡易token化を使います。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n-gram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直前n個のtokenをcontextとして、次に来るtokenを数える方法です。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そのstepで直前に見ていたtoken列。モデル次数が2なら直前2tokenです。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top_candidates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そのcontextで候補になったtoken、回数、確率の上位です。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候補の中から実際に選ばれたtokenです。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temperature / 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temperatureはばらつき、seedは乱数の再現性を調整します。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第1回では、意味理解ではなく、直前の並びから次候補を選ぶ流れを見ます。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