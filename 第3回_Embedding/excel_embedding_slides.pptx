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0" r:id="rId21"/>
    <p:sldId id="271" r:id="rId2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949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24324B"/>
                </a:solidFill>
                <a:latin typeface="Yu Gothic"/>
              </a:rPr>
              <a:t>Excelで体験する 言語モデルのしくみ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303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2F6690"/>
                </a:solidFill>
                <a:latin typeface="Yu Gothic"/>
              </a:rPr>
              <a:t>第3回 Embedding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806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Yu Gothic"/>
              </a:rPr>
              <a:t>tokenを、計算できる数値ベクトルとして見る回です。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82112"/>
            <a:ext cx="4937760" cy="10972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今回の狙い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 IDはただの番号、Embeddingは近さを計算できる表現だと理解します。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331720"/>
            <a:ext cx="1143000" cy="749808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331720"/>
            <a:ext cx="1143000" cy="749808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vector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331720"/>
            <a:ext cx="1143000" cy="749808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similarity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2706624"/>
            <a:ext cx="27432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89720" y="2706624"/>
            <a:ext cx="27432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3703320"/>
            <a:ext cx="3429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数値で比べる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向きの近さを計算する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SERIES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全10回の中の位置づけ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第3回は、tokenを数値ベクトルにするEmbeddingを扱います。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第1回 n-gram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直前の並びから次を考える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第2回 Self-Attention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文全体のどこを見るかを重みで見る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5074920" cy="512064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第3回 Embedding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tokenを数値ベクトルにする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96312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第4回 Positional Encoding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tokenの順番を数値で足す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9544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第5回 Multi-Head 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複数の見方を同時に走らせる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9544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第6回 Transformer Block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AttentionとFFNを積み重ねる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第7回 Softmaxと生成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確率から次tokenを選ぶ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第8回 Lossと学習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予測のズレを数値にする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第9回 Backpropagation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ズレを元に重みを更新する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第10回 RAG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外部資料を参照して答える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96712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276749"/>
                </a:solidFill>
                <a:latin typeface="Yu Gothic"/>
              </a:rPr>
              <a:t>第3回の到達点: token IDではなく、Embeddingベクトルとして近さを見る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今日の到達点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生成文ではなく、tokenを計算できる形にすることを観察します。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1. token ID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番号だけでは意味の近さは分からない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2. Embedding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複数の数値でtokenを表す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3. 近さ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似ているtokenはベクトルの向きも近い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4. 類似度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コサイン類似度で近さを数値化する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74920"/>
            <a:ext cx="1024128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最後に見る表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Vector Compareで2つのtokenを比べ、Similarity Matrixで全token同士の近さを確認します。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token IDとEmbeddingの違い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ID番号とベクトル表現は、役割が違います。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663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token ID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犬 = 1、猫 = 2、車 = 3
番号だけでは近さは分からない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828800"/>
            <a:ext cx="4663440" cy="141732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Embedding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犬 = [0.90, 0.05, 0.05, 0.00]
複数の数値で特徴を見る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3886200"/>
          <a:ext cx="99669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3063240"/>
                <a:gridCol w="306324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token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token_id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dim_1_living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dim_2_vehicle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60120" y="5440680"/>
            <a:ext cx="9966960" cy="50292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主役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今回の主役は、IDではなく「ベクトルとしての表現」です。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DEMO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Excelで作ったもの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Python in Excelで動く、Embedding観察デモです。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01_INPUT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 A / token B / 表示モード / Map軸を選ぶ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10_RUN_PYTHON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Pythonセルを作って実行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11_PYTHON_CODE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貼り付け用コードの参照先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DataFrameカード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結果表を開いて確認する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9966960" cy="804672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教材の範囲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本物のLLMではなく、4次元の固定ベクトルを使った仕組み説明用の小さなデモです。</a:t>
            </a:r>
          </a:p>
        </p:txBody>
      </p:sp>
      <p:sp>
        <p:nvSpPr>
          <p:cNvPr id="11" name="github_demo_asset_url"/>
          <p:cNvSpPr txBox="1"/>
          <p:nvPr/>
        </p:nvSpPr>
        <p:spPr>
          <a:xfrm>
            <a:off x="658368" y="5998464"/>
            <a:ext cx="10652760" cy="310896"/>
          </a:xfrm>
          <a:prstGeom prst="rect">
            <a:avLst/>
          </a:prstGeom>
          <a:noFill/>
        </p:spPr>
        <p:txBody>
          <a:bodyPr wrap="none" lIns="45720" rIns="45720" tIns="9144" bIns="9144">
            <a:spAutoFit/>
          </a:bodyPr>
          <a:lstStyle/>
          <a:p>
            <a:pPr algn="l"/>
            <a:r>
              <a:rPr sz="900">
                <a:solidFill>
                  <a:srgbClr val="4E5E6E"/>
                </a:solidFill>
                <a:latin typeface="Yu Gothic"/>
              </a:rPr>
              <a:t>デモ一式: https://github.com/KanameShiga-dev/excel-python-mini-llm-demo/tree/main/第3回_Embedding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01_INPUT の画面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ExcelをUIとして触る入口を、先に画面で確認します。</a:t>
            </a:r>
          </a:p>
        </p:txBody>
      </p:sp>
      <p:pic>
        <p:nvPicPr>
          <p:cNvPr id="5" name="Picture 4" descr="input_shee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56231"/>
            <a:ext cx="10287000" cy="3429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比較するtoken、表示モード、Map軸を変えて、近さの見え方を確認します。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 UIで何を変えるか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比較するtoken、表示モード、Map軸を変えて、Embeddingの近さを観察します。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55648"/>
          <a:ext cx="106070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120640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01_INPUT!B3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token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比較対象の左側が変わる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01_INPUT!B4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token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比較対象の右側が変わる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01_INPUT!B5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表示モード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Vector CompareやSimilarity Matrixに切り替わる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01_INPUT!B6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Map X軸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Map Viewの横軸が変わる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01_INPUT!B7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Map Y軸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Map Viewの縦軸が変わる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組み合わせ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犬/猫、犬/DB、保存/削除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類似度の高低が見える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ExcelをUIにして、tokenの組み合わせを変えながらcosine_similarityやMap Viewの変化を見ます。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処理の流れ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tokenを表から探し、ベクトル同士の近さを計算します。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select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tokenを選ぶ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02536" y="2761488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4144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lookup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Embedding表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77056" y="2761488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1596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compare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2つを比較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51576" y="2761488"/>
            <a:ext cx="329183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9048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cosine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類似度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26096" y="2761488"/>
            <a:ext cx="329183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65007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matrix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全体比較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00615" y="2761488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3952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map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2軸で見る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51960"/>
            <a:ext cx="9966960" cy="8229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今回のポイント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tokenの文字列そのものではなく、ベクトルの数値を使って近さを計算します。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入力データと表の見方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教材用データは8つのtokenと4次元のEmbeddingです。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47088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入力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01_INPUT!B6〜B10。比較token、表示モード、Map軸を選びます。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847088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次元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dim_1_living / dim_2_vehicle / dim_3_action / dim_4_system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429000"/>
          <a:ext cx="9966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309360"/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次元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教材上の読み方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dim_1_living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生き物寄り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dim_2_vehicle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乗り物寄り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dim_3_action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操作寄り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dim_4_system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システム寄り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5257800"/>
            <a:ext cx="9966960" cy="59436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注意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本物のEmbeddingでは、各次元が人間に読める意味を持つとは限りません。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デモ操作手順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表示モードを切り替えながら、同じPythonセルを再実行します。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01_INPUT の B6/B7でtokenを選ぶ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9164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B8で表示モードを選ぶ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3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B9/B10でMap軸を選ぶ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1460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10_RUN_PYTHONの実行セルを選ぶ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11_PYTHON_CODEのコードを貼る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33756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6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Ctrl + Enterで実行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7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DataFrameカードを開く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16052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8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必要ならExcel値として展開する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440680"/>
            <a:ext cx="9966960" cy="566928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おすすめ順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 ID → Embedding Table → Vector Compare → Similarity Matrix → Map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DISPLAY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表示表・列・変数の見方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B8で5つの表示モードを切り替えます。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55648"/>
          <a:ext cx="1060704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777240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表示モード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見る列・変数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Token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token_id / token / category /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Embedding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token_id / token / category / dim_1〜4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Vector Compare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item / token A / token B /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Similarity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全token同士のcosine_similarity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Map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x_axis / y_axis / x_axis_name / y_axis_name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321808"/>
            <a:ext cx="10607040" cy="5943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最初に見る表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Vector Compare。token Aとtoken Bの各次元とcosine_similarityを横並びで確認します。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表の読み方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Vector Compareで、2つのtokenを横並びにします。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69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94560"/>
                <a:gridCol w="2194560"/>
                <a:gridCol w="36118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token A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token B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note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比較対象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dim_1_living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Embeddingの1次元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cosine_similarity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1に近いほど似ている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34340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読み方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ID番号ではなく、dimの並びとcosine_similarityを見ます。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4343400"/>
            <a:ext cx="4800600" cy="9144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観察ポイント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犬と猫はdim_1_livingが近く、ベクトルの向きも近くなります。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表の読み方 2: 具体例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Similarity MatrixとMap Viewで、近さを別の見方で確認します。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206240"/>
                <a:gridCol w="402336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表示モード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見るところ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分かること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Similarity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行tokenと列tokenの交点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全token同士の近さ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Map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x_axis / y_axis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選んだ2次元での配置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Embedding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dim_1〜4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各tokenの数値表現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389120"/>
            <a:ext cx="9966960" cy="8229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おすすめの確認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犬と猫、犬とDB、保存と削除を比べると、近い/遠いの差が分かります。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前回・次回との接続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シリーズ順では第2回の後ですが、概念としてはAttention計算の入力側を詳しく見る回です。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第2回 Self-Attention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文全体の参照重みを見た。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2423160"/>
            <a:ext cx="640081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828800"/>
            <a:ext cx="3063240" cy="11430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第3回 Embedding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tokenを数値ベクトルにする。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2423160"/>
            <a:ext cx="64008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0" y="1828800"/>
            <a:ext cx="265176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第4回 Positional Encoding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順番の情報を足す。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51960"/>
            <a:ext cx="9966960" cy="8686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つながり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第2回で見たAttentionは、文字そのものではなく数値化されたtokenをもとに計算します。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実LLMとの差分と未扱い範囲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教材として分かりやすくするため、実LLMよりかなり単純化しています。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241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321040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この回での扱い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次元数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4次元だけの教材用Embedding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学習で得た値ではなく固定値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意味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次元名は説明用。本物では人間可読とは限らない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語彙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8つのtokenだけを扱う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学習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LossやBackpropagationによる更新は未扱い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212080"/>
            <a:ext cx="10424160" cy="54864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安全注記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コード自体は外部APIにアクセスしませんが、Python in Excelの実行環境はMicrosoft Cloud上です。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まとめと次回導線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第3回では、tokenを数値ベクトルとして扱う見方を確認しました。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分かったこと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 IDは番号、Embeddingは計算できるベクトルです。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Excelで見る場所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Vector CompareとSimilarity Matrixで近さを確認します。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2971800" cy="105156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限界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固定値の4次元教材用Embeddingです。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251960"/>
            <a:ext cx="978408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次回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第4回 Positional Encoding では、Embeddingだけでは分からないtokenの順番を数値で足します。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第3回 Embedding 用語集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tokenを数値ベクトルとして扱うための用語を整理します。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55648"/>
          <a:ext cx="106070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863840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説明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token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tokenに付けた番号。番号だけでは意味の近さは分かりません。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tokenを複数の数値で表すベクトル表現です。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dim_1〜dim_4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教材用の4次元。実Embeddingの次元が人間可読な意味を持つとは限りません。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Vector Compare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2つのtokenの各次元とcosine_similarityを横並びで見る表です。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cosine_similarity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ベクトルの向きの近さ。1に近いほど似ていると読みます。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Similarity Matrix / Map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全token同士の近さ、または選んだ2軸での配置を見る表です。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第3回では、IDではなくベクトルの数値で近さを計算する点が中心です。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第3回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