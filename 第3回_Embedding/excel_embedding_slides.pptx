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8580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30352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第3回 Embedding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760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tokenを、計算できる数値ベクトルとして見る回です。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IDはただの番号、Embeddingは近さを計算できる表現だと理解します。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64040" y="2331720"/>
            <a:ext cx="114300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similarity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706624"/>
            <a:ext cx="2743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189720" y="2706624"/>
            <a:ext cx="2743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数値で比べる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向きの近さを計算する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第3回は、tokenを数値ベクトルにするEmbeddingを扱います。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第3回の到達点: token IDではなく、Embeddingベクトルとして近さを見る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生成文ではなく、tokenを計算できる形にすることを観察します。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token 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番号だけでは意味の近さは分からない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複数の数値でtokenを表す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近さ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似ているtokenはベクトルの向きも近い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類似度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コサイン類似度で近さを数値化する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Compareで2つのtokenを比べ、Similarity Matrixで全token同士の近さを確認します。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token IDとEmbeddingの違い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ID番号とベクトル表現は、役割が違います。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46634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token ID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 = 1、猫 = 2、車 = 3
番号だけでは近さは分からない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828800"/>
            <a:ext cx="4663440" cy="14173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 = [0.90, 0.05, 0.05, 0.00]
複数の数値で特徴を見る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388620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3063240"/>
                <a:gridCol w="306324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token_id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dim_2_vehicle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75569"/>
                          </a:solidFill>
                          <a:latin typeface="Yu Gothic"/>
                        </a:rPr>
                        <a:t>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60120" y="5440680"/>
            <a:ext cx="996696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主役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今回の主役は、IDではなく「ベクトルとしての表現」です。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Excelで動く、Embedding観察デモです。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A / token B / 表示モード / Map軸を選ぶ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10_RUN_PYTHON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Pythonセルを作って実行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11_PYTHON_CODE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貼り付け用コードの参照先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DataFrameカード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結果表を開いて確認する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本物のLLMではなく、4次元の固定ベクトルを使った仕組み説明用の小さなデモです。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https://github.com/KanameShiga-dev/excel-python-mini-llm-demo/tree/main/第3回_Embedding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比較するtoken、表示モード、Map軸を変えて、近さの見え方を確認します。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UIで何を変えるか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比較するtoken、表示モード、Map軸を変えて、Embeddingの近さを観察します。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比較対象の左側が変わる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token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比較対象の右側が変わる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Vector CompareやSimilarity Matrixに切り替わる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Map X軸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Map Viewの横軸が変わる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01_INPUT!B7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Map Y軸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Map Viewの縦軸が変わる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組み合わせ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犬/猫、犬/DB、保存/削除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類似度の高低が見える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ExcelをUIにして、tokenの組み合わせを変えながらcosine_similarityやMap Viewの変化を見ます。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tokenを表から探し、ベクトル同士の近さを計算します。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tokenを選ぶ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lookup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Embedding表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compare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2つを比較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cosine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類似度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matrix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全体比較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map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2軸で見る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tokenの文字列そのものではなく、ベクトルの数値を使って近さを計算します。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教材用データは8つのtokenと4次元のEmbeddingです。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01_INPUT!B6〜B10。比較token、表示モード、Map軸を選びます。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次元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dim_1_living / dim_2_vehicle / dim_3_action / dim_4_system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309360"/>
              </a:tblGrid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次元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教材上の読み方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生き物寄り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dim_2_vehicle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乗り物寄り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dim_3_action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操作寄り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dim_4_system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システム寄り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本物のEmbeddingでは、各次元が人間に読める意味を持つとは限りません。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表示モードを切り替えながら、同じPythonセルを再実行します。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01_INPUT の B6/B7でtokenを選ぶ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B8で表示モードを選ぶ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B9/B10でMap軸を選ぶ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10_RUN_PYTHONの実行セルを選ぶ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11_PYTHON_CODEのコードを貼る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DataFrameカードを開く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必要ならExcel値として展開する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おすすめ順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 → Embedding Table → Vector Compare → Similarity Matrix → Map 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B8で5つの表示モードを切り替えます。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777240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token_id / token / category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Embedding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token_id / token / category / dim_1〜4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Vector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item / token A / token B / note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全token同士のcosine_similarity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x_axis / y_axis / x_axis_name / y_axis_name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321808"/>
            <a:ext cx="10607040" cy="5943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Compare。token Aとtoken Bの各次元とcosine_similarityを横並びで確認します。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Vector Compareで、2つのtokenを横並びにします。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94560"/>
                <a:gridCol w="2194560"/>
                <a:gridCol w="36118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item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 A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token B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note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比較対象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dim_1_living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Embeddingの1次元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1に近いほど似ている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ID番号ではなく、dimの並びとcosine_similarityを見ます。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犬と猫はdim_1_livingが近く、ベクトルの向きも近くなります。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Similarity MatrixとMap Viewで、近さを別の見方で確認します。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0233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表示モード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Similarity Matrix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行tokenと列tokenの交点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全token同士の近さ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x_axis / y_axis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選んだ2次元での配置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Embedding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dim_1〜4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各tokenの数値表現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犬と猫、犬とDB、保存と削除を比べると、近い/遠いの差が分かります。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シリーズ順では第2回の後ですが、概念としてはAttention計算の入力側を詳しく見る回です。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文全体の参照重みを見た。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順番の情報を足す。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第2回で見たAttentionは、文字そのものではなく数値化されたtokenをもとに計算します。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教材として分かりやすくするため、実LLMよりかなり単純化しています。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832104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次元数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4次元だけの教材用Embedding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学習で得た値ではなく固定値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意味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次元名は説明用。本物では人間可読とは限らない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語彙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8つのtokenだけを扱う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LossやBackpropagationによる更新は未扱い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第3回では、tokenを数値ベクトルとして扱う見方を確認しました。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 IDは番号、Embeddingは計算できるベクトルです。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Vector CompareとSimilarity Matrixで近さを確認します。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固定値の4次元教材用Embeddingです。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第4回 Positional Encoding では、Embeddingだけでは分からないtokenの順番を数値で足します。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第3回 Embedding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tokenを数値ベクトルとして扱うための用語を整理します。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token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tokenに付けた番号。番号だけでは意味の近さは分かりません。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tokenを複数の数値で表すベクトル表現です。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dim_1〜dim_4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教材用の4次元。実Embeddingの次元が人間可読な意味を持つとは限りません。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Vector Compare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2つのtokenの各次元とcosine_similarityを横並びで見る表です。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cosine_similarity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ベクトルの向きの近さ。1に近いほど似ていると読みます。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Similarity Matrix / Map 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全token同士の近さ、または選んだ2軸での配置を見る表です。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第3回では、IDではなくベクトルの数値で近さを計算する点が中心です。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第3回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