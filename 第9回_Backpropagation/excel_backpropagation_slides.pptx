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Excelで体験する言語モデルのしくみ 第9回 Backpropagation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Lossのズレを、前の重みへ戻す入口をExcelで確認します。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389120" cy="137160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今回の焦点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Lossのズレを、前の重みへ戻す入口をExcelで確認します。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920240"/>
            <a:ext cx="4937760" cy="13716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到達点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Excelで体験する言語モデルのしくみ 第9回 Backpropagation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663440"/>
            <a:ext cx="996696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同じ入力を使い、返すDataFrameを切り替えて読み比べます。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第9回はLossの信号を前へ戻す回です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第8回のgradientを、重みWと入力xに分解して読みます。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60120" y="1828800"/>
          <a:ext cx="102412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4754880"/>
              </a:tblGrid>
              <a:tr h="4937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テーマ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つながり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第7回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Softmaxと生成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確率から選ぶ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第8回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Lossと学習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ズレを数値化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第9回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Backpropagation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重みへ戻す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第10回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資料を参照する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60120" y="480060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現在地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第9回は、Lossのgradientを前の重みへ戻す回です。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78308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dLoss/dlogitからdWとdxまで読めるようにする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出力側のズレ、重みへの責任、前段へ戻る信号を対応づけます。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389120" cy="137160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今回の焦点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出力側のズレ、重みへの責任、前段へ戻る信号を対応づけます。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920240"/>
            <a:ext cx="4937760" cy="13716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到達点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dLoss/dlogitからdWとdxまで読めるようにする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663440"/>
            <a:ext cx="996696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同じ入力を使い、返すDataFrameを切り替えて読み比べます。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Backpropagationはズレを式のつながりで戻す計算です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後ろで出たgradientを、chain ruleで前の変数へ渡します。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389120" cy="137160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今回の焦点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後ろで出たgradientを、chain ruleで前の変数へ渡します。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920240"/>
            <a:ext cx="4937760" cy="13716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到達点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Backpropagationはズレを式のつながりで戻す計算です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663440"/>
            <a:ext cx="996696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同じ入力を使い、返すDataFrameを切り替えて読み比べます。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Excelには1サンプルの小さな線形層を並べます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入力x、重みW、logit、dW、dx、更新後Lossを別シートで確認します。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389120" cy="137160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今回の焦点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入力x、重みW、logit、dW、dx、更新後Lossを別シートで確認します。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920240"/>
            <a:ext cx="4937760" cy="13716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到達点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Excelには1サンプルの小さな線形層を並べます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663440"/>
            <a:ext cx="996696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同じ入力を使い、返すDataFrameを切り替えて読み比べます。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5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https://github.com/KanameShiga-dev/excel-python-mini-llm-demo/tree/main/第9回_Backpropagation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最初に入力xと重みWを確認します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target_tokenとlearning_rateも同じ入口で確認します。</a:t>
            </a:r>
          </a:p>
        </p:txBody>
      </p:sp>
      <p:pic>
        <p:nvPicPr>
          <p:cNvPr id="6" name="Picture 5" descr="01_INPU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64208"/>
            <a:ext cx="6903720" cy="32052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x / W / 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変えるもの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learning_rate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見える変化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dWとLoss低下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Excelでは入力表と返すDataFrameを切り替えます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場所ごとに、確認する値と見える変化を分けます。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297680"/>
              </a:tblGrid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入力x、W、target_token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計算入口を確認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02_FORWARD_LOSS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logit、probability、dlogit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出力側のズレを見る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04_DW_DX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dW、dx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重みと入力への戻りを見る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05_UPDATE_CHECK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更新前後の確率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Loss低下を確認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06_CHAIN_RULE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gradientの式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戻る順番を確認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コード末尾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result_df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返す表を切り替える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gradientは出力から重み、入力へ戻ります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dlogit、dW、db、dx、updateの順に追います。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dlogit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dW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dx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331720"/>
            <a:ext cx="169164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update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16052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読み方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後ろのズレを、式の関係に沿って前の変数へ渡します。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dWは入力xとdlogitの掛け算です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どの入力特徴が、どの候補tokenの重みに効いたかを表で見ます。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572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どの入力特徴が、どの候補tokenの重みに効いたかを表で見ます。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28800"/>
            <a:ext cx="493776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要点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dWは入力xとdlogitの掛け算です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表の列名とDataFrame名を対応づけて読みます。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Python in Excelでは外部.pyを貼り付けて実行します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RUNBOOKは実行手順に絞ります。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572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RUNBOOKは実行手順に絞ります。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28800"/>
            <a:ext cx="493776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要点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Python in Excelでは外部.pyを貼り付けて実行します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表の列名とDataFrame名を対応づけて読みます。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返すDataFrameを変えると見る段階が変わります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forward、dW、dx、update、summary、chain_ruleを切り替えます。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23360"/>
                <a:gridCol w="3657600"/>
              </a:tblGrid>
              <a:tr h="4833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返す表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主な中身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使いどころ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forward_df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logitとdlogit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出力側のgradient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dW_df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重みごとのgradient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Wの更新量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dx_df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入力側gradient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前段へ戻る信号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update_df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更新前後の比較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Loss低下の確認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summary_df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before/after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短い確認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chain_rule_df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式の順番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全体像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dLoss/dlogitは第8回のgradientと同じ入口です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正解tokenは負、非正解tokenは正になり、更新方向が決まります。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572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正解tokenは負、非正解tokenは正になり、更新方向が決まります。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28800"/>
            <a:ext cx="493776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要点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dLoss/dlogitは第8回のgradientと同じ入口です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表の列名とDataFrame名を対応づけて読みます。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dxは前段へ戻る信号として読む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今回は入力xを更新せず、さらに前へ渡るgradientとして扱います。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572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今回は入力xを更新せず、さらに前へ渡るgradientとして扱います。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28800"/>
            <a:ext cx="493776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要点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dxは前段へ戻る信号として読む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表の列名とDataFrame名を対応づけて読みます。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第8回のLossが第9回では重み更新になります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次回は学習済みモデルの外側に資料検索をつなぐRAGへ進みます。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572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次回は学習済みモデルの外側に資料検索をつなぐRAGへ進みます。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28800"/>
            <a:ext cx="493776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要点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第8回のLossが第9回では重み更新になります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表の列名とDataFrame名を対応づけて読みます。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この回は1線形層だけの教材用Backpropagationです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実LLMの全Transformer層、巨大重み、バッチ学習、分散学習は扱いません。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59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7955279"/>
              </a:tblGrid>
              <a:tr h="4953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モデル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1線形層だけ。AttentionやFFN全体は扱わない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データ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1例だけ。実学習は大量データとバッチを使う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最適化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単純なgradient descent。Adamなどは扱わない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規模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4候補token。巨大語彙や分散学習は扱わない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実行環境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コードは外部APIなし。Python in Excel実行はMicrosoft Cloud上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外部APIは呼びませんが、Python in Excelにはインターネット接続と対応するMicrosoft 365環境が必要です。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Backpropagationはズレを重みごとの修正量に変える計算です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Lossが下がる向きにWを少し動かす流れを確認しました。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572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Lossが下がる向きにWを少し動かす流れを確認しました。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28800"/>
            <a:ext cx="493776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要点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Backpropagationはズレを重みごとの修正量に変える計算です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表の列名とDataFrame名を対応づけて読みます。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今回の用語集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dlogit、dW、dx、chain ruleなどを確認します。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19072"/>
          <a:ext cx="1060704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4795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この教材での意味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Backpropagation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後ろのgradientを前の変数へ戻す計算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chain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合成された式のgradientを分解する規則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dLoss/dlogit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出力logitへのgradient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dLoss/dW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重みWへのgradient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dLoss/dx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入力xへ戻るgradient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learning_rate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更新でgradientをどれだけ使うか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update_df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更新前後の確率を比べる表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次回扱う、外部資料を参照して答える構成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