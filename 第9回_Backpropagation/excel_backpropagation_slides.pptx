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  <a:latin typeface="Yu Gothic"/>
              </a:rPr>
              <a:t>Excelで体験する言語モデルのしくみ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217920" cy="47548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500" b="0">
                <a:solidFill>
                  <a:srgbClr val="526279"/>
                </a:solidFill>
                <a:latin typeface="Yu Gothic"/>
              </a:rPr>
              <a:t>Lossの信号を、前の重みへ戻していく計算です。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今回の狙い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出力側のズレが、重み更新の材料と前の層へ戻る信号に分かれることを確認します。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dlogit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730752"/>
            <a:ext cx="3520440" cy="804672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update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次の確認表へ渡す値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9659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dLoss/dlogitから、dW、db、dxまでを表で追います。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AttentionとFFNをつなぐ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第9回 Backpropagation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ズレを重みに戻す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外部情報を参照して答える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59552"/>
            <a:ext cx="9875520" cy="59436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第9回の到達点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出力側のズレが、重み更新の材料と前の層へ戻る信号に分かれることを確認します。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dLoss/dlogitから、dW、db、dxまでを表で追います。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できるようになること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出力側のズレが、重み更新の材料と前の層へ戻る信号に分かれることを確認します。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Excelで見るもの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入力、設定、返るDataFrameを対応づけます。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Backpropagation の考え方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Lossの信号を、前の重みへ戻していく計算です。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dLoss/dlogitから、dW、db、dxまでを表で追います。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ポイント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出力側のズレが、重み更新の材料と前の層へ戻る信号に分かれることを確認します。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デモ一式はGitHubの各回フォルダから取得できます。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入力xと重みWを確認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02_FORWARD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logitと予測を確認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03_BACKWARD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dW、db、dxを計算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04_UPDATE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重み更新の前後を見る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900" b="0">
                <a:solidFill>
                  <a:srgbClr val="526279"/>
                </a:solidFill>
                <a:latin typeface="Yu Gothic"/>
              </a:rPr>
              <a:t>デモ一式: https://github.com/KanameShiga-dev/excel-python-mini-llm-demo/tree/main/第9回_Backpropagation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24324B"/>
                </a:solidFill>
                <a:latin typeface="Yu Gothic"/>
              </a:rPr>
              <a:t>最初に入力xと重みWを確認します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target_tokenとlearning_rateも同じ入口で確認します。</a:t>
            </a:r>
          </a:p>
        </p:txBody>
      </p:sp>
      <p:pic>
        <p:nvPicPr>
          <p:cNvPr id="6" name="Picture 5" descr="01_INP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6903720" cy="32052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x / W /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35808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変えるもの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learning_rate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42816"/>
            <a:ext cx="329184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見える変化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dWとLoss低下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第9回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24324B"/>
                </a:solidFill>
                <a:latin typeface="Yu Gothic"/>
              </a:rPr>
              <a:t>Excelでは入力表と返すDataFrameを切り替えます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場所ごとに、確認する値と見える変化を分けます。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297680"/>
              </a:tblGrid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入力x、W、target_token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計算入口を確認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02_FORWARD_LOSS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logit、probability、dlogit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出力側のズレを見る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04_DW_DX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dW、dx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重みと入力への戻りを見る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05_UPDATE_CHECK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更新前後の確率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Loss低下を確認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06_CHAIN_RULE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gradientの式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戻る順番を確認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コード末尾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result_df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  <a:latin typeface="Yu Gothic"/>
                        </a:rPr>
                        <a:t>返す表を切り替える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第9回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処理の流れを左から右へ読む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Lossの信号を、前の重みへ戻していく計算です。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dlogit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4576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9966960" cy="82296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見るポイント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出力側のズレが、重み更新の材料と前の層へ戻る信号に分かれることを確認します。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データとして見るもの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表の行と列を、計算段階と対応づけます。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x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入力ベクトル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W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重み行列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dlogit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出力側のgradient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dW / dx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重み勾配と戻る信号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Python in Excel 実行手順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RUNBOOKは実行手順だけに絞ります。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操作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外部 .py をPython in Excelへ貼り付け、Ctrl + Enterで実行します。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実行後、返るDataFrameを切り替えて見ます。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返る表・列・変数の確認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DISPLAY MODESでDataFrameを切り替えます。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forward_values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順伝播の値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dlogit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Lossから来た勾配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dW / db / dx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戻し計算の結果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update_preview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重み更新後の見え方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最初に見る表と列を確認します。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forward_values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読み方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順伝播の値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表の読み方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次に、変化した値を確認します。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update_preview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読み方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重み更新後の見え方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前後の回とのつながり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第8回で作ったgradientを、第9回では重みWと入力xへ戻します。第10回では、重み更新とは別に外部情報を参照するRAGへ進みます。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前の回から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前回までの表の読み方を受け取ります。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次に進むこと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第8回で作ったgradientを、第9回では重みWと入力xへ戻します。第10回では、重み更新とは別に外部情報を参照するRAGへ進みます。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今回の限界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この教材では1つの線形層だけを扱います。実際のLLMの多層Transformer全体の逆伝播や大規模学習は扱いません。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教材の範囲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この教材では1つの線形層だけを扱います。実際のLLMの多層Transformer全体の逆伝播や大規模学習は扱いません。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注意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説明用の小さなデモとして扱います。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Backpropagationは、Lossのズレを重みごとの修正量へ変える計算です。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今回の要点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Backpropagationは、Lossのズレを重みごとの修正量へ変える計算です。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次の確認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動画・字幕・GitHubの公開情報と合わせて確認します。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第9回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今回の用語集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この回で使う表・列・概念を整理します。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Backpropagation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dLoss/dlogit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61104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dx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261104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chain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