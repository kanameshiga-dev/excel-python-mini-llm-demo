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303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文全体のどこを見るかを、Attention Weightの表で体験します。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第1回 n-gram の「直前を見る」から、Self-Attentionの「文全体を見る」へ進みます。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331720"/>
            <a:ext cx="10972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331720"/>
            <a:ext cx="10972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2331720"/>
            <a:ext cx="10972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Weight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54112" y="2706624"/>
            <a:ext cx="24688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79992" y="2706624"/>
            <a:ext cx="24688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33488" y="3703320"/>
            <a:ext cx="33832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Valueを混ぜる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重みに応じて情報を取り出す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第2回は、直前だけでなく文全体を見る考え方を扱います。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第2回の到達点: Self-Attentionの重み表から、各tokenがどこを見たかを読む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Self-Attentionを、行列計算の結果としてExcel上で観察します。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文全体を見る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直前だけでなく、離れたtokenも参照できると理解する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Q/K/Vを分ける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何を見るか、何に反応するか、何を取り出すかを区別する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重み表を読む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Weightの行と列から参照先を読む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限界を区別する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教材用boostや固定重みを使った簡略版だと理解する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B7を Attention Weight にして、濃い列と行合計を確認します。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Self-Attentionは「どこを見るか」を重みにする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各tokenが、文中の他のtokenをどれくらい参照したかを表で見ます。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274320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行のtoken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0" y="2331720"/>
            <a:ext cx="7315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89120" y="1874519"/>
            <a:ext cx="274320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見られる側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列のtoken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0" y="2331720"/>
            <a:ext cx="731519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955279" y="1874519"/>
            <a:ext cx="2743200" cy="9144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重み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参照の強さ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3429000"/>
          <a:ext cx="99669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1645920"/>
                <a:gridCol w="228600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見る側 / 見られる側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注文履歴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DB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保存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行合計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保存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960120" y="5074920"/>
            <a:ext cx="9966960" cy="658368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行「保存」で列「DB」が濃いなら、「保存」はDBを強く見ている、と読みます。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Excelで動かす、小さなSelf-Attention教材です。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B6に入力文、B7に表示モード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10_RUN_PYTHON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A14にPythonセルを作って実行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11_PYTHON_CODE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貼り付け用コードの参照先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DataFrameカード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実行結果の表を確認する入口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Excelセル関数ではなくPythonで計算します。外部APIを呼ぶ教材ではありません。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https://github.com/KanameShiga-dev/excel-python-mini-llm-demo/tree/main/第2回_Self-Attention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入力文と表示モードを変えると、返す中間表とAttention Weightが変わります。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UIで何を変えるか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入力文と表示モードを変えて、Self-Attentionの中間表を切り替えて観察します。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入力文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token列、Q/K/V、Attention Weightが変わる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token一覧、embedding、Q/K/Vなど返す表が変わる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B7 = 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重み表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行のtokenがどの列を見たかを読む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B7 = Context 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参照結果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重みでValueを混ぜた結果を見る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入力例を変更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請求書 / AI / 確認など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強く参照するtokenの組み合わせが変わる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Excel値展開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必要時のみ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ヒートマップや表として直接見せられる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ExcelをUIにして、B6/B7を変えることで「文全体のどこを見るか」が表で変わることを見ます。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入力文が token → vector → Q/K/V → score → weight → context に変わります。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空白区切り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4144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vector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数値化+位置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7705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Q/K/V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3役へ変換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5157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9048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score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点数化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2609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5007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weight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softmax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0615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395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Valueを混ぜる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Weightを見ると、文中の離れたtoken同士の関係を重みとして観察できます。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第2回のtoken化は、入力文を空白で区切るシンプルな教材用処理です。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入力文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01_INPUT!B6。例: 注文履歴 は 正本 DB に 保存 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表示モード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01_INPUT!B7。見たい中間表を選びます。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48640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入力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token一覧の例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注文履歴 は 正本 DB に 保存 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注文履歴 / は / 正本 / DB / に / 保存 / 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第1回とはtoken化の実装が異なります。第2回は空白区切りで最大12tokenまで扱います。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同じPythonセルを使い、B6とB7を変えて再実行します。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 の B6 に入力文を入れる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B7で見たい表示モードを選ぶ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10_RUN_PYTHON の A14 を選ぶ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数式 &gt; Pythonの挿入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excel_self_attention_demo_code.pyを貼る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DataFrameカードを開く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必要なら出力をExcel値に切り替える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B7を変えたら、PythonセルをCtrl + Enterで再実行します。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B7で6つの表示モードを切り替えます。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token一覧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position / token / token_id /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dim_1〜4 / positional_1〜4 / input_vector_1〜4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Q1〜4 / K1〜4 / V1〜4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softmax前の参照スコア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行合計1の参照重み。まずここを見る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Context 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context_1〜4 / 一番強く見ているtoken / 解釈メモ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Weight。行のtokenが、どの列のtokenを強く見ているかを確認します。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Attention Weightは、行ごとに「見る側」として読みます。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  <a:gridCol w="1554480"/>
                <a:gridCol w="1554480"/>
                <a:gridCol w="192024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見る側 / 見られる側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注文履歴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正本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DB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保存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行合計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保存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160520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行を1つ選び、横方向に濃い列を探します。濃い列が強く参照したtokenです。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160520"/>
            <a:ext cx="480060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行合計が1になるので、各行の中で重みの配分を比べます。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Attention Weightで見た参照先は、Context Vectorでも確認できます。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濃い列と行合計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どのtokenを強く見たか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Context 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一番強く見ているtoken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参照結果を要約して確認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softmax前の点数差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重みになる前の強さ候補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B6を変えたあと、Attention Weight → Context Vector の順に見ると、参照と結果がつながります。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第2回は、第1回の制約を越えて、第3回のEmbeddingにつながります。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直前n個のtokenだけを見る。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文全体の参照重みを見る。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今回は先にSelf-Attentionを体験し、次回はその入力になるEmbeddingを詳しく見ます。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教材として関係が見えやすくなるよう、実LLMより単純化しています。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2104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学習済みではなく、教材用の固定行列を使う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DBと保存などが見えやすいよう、教材用boostを加えている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token化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空白区切りの簡易処理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層構造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Multi-HeadやTransformer Blockは未扱い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LossやBackpropagationは未扱い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第2回では、文全体の関係性を重みとして見る体験をしました。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Self-Attentionは、各tokenがどこを見るかを重みにします。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Weightで濃い列と行合計を確認します。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教材用boostと固定重みを使う小さなデモです。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第3回 Embedding では、tokenを数値ベクトルにする前段の仕組みを詳しく見ます。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第2回 Self-Attention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Attention Weightの表を読むための用語を整理します。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Self-Attention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文中の各tokenが、他のtokenをどれくらい参照するかを計算する仕組みです。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Query / Key / 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Queryは見る側、Keyは見られる側、Valueは取り出す情報です。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Attention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softmax前の参照スコア。まだ確率のような重みではありません。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Attention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scoreにsoftmaxをかけた重み。行ごとに合計が1になります。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Context 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Attention WeightでValueを混ぜた結果です。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教材で関係を見えやすくするために加えている補正です。実LLMそのものではありません。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第2回では、行のtokenがどの列のtokenを強く見ているかを読みます。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第2回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Excel Education Series</dc:creator>
  <cp:keywords/>
  <dc:description/>
  <cp:lastModifiedBy>Excel Education Series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