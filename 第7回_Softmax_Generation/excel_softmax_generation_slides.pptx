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583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第7回 Softmaxと生成のばらつき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次tokenの候補を確率に変え、選び方で生成が変わることをExcelで確認します。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Softmax、temperature、greedy、sampling、top-kを、同じ候補表で見比べます。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42316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logits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42316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42316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49039"/>
            <a:ext cx="3520440" cy="804672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next token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確率表から選ばれた次のtoken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第7回は、Transformer Blockの出力を次tokenの確率へ接続する回です。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第1回 n-gram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第2回 Self-Attention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第3回 Embedding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475569"/>
                </a:solidFill>
                <a:latin typeface="Yu Gothic"/>
              </a:rPr>
              <a:t>現在回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第8回 Lossと学習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第10回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696712"/>
            <a:ext cx="9875520" cy="3200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000" b="1">
                <a:solidFill>
                  <a:srgbClr val="276749"/>
                </a:solidFill>
                <a:latin typeface="Yu Gothic"/>
              </a:rPr>
              <a:t>第7回の到達点</a:t>
            </a:r>
          </a:p>
          <a:p>
            <a:pPr>
              <a:spcBef>
                <a:spcPts val="300"/>
              </a:spcBef>
            </a:pPr>
            <a:r>
              <a:rPr sz="800">
                <a:solidFill>
                  <a:srgbClr val="475569"/>
                </a:solidFill>
                <a:latin typeface="Yu Gothic"/>
              </a:rPr>
              <a:t>確率から次tokenを選ぶ流れと、生成がばらつく理由を読む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"/>
            <a:ext cx="178308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Softmax、temperature、greedy、sampling、top-kの違いを表で説明できる。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logitを合計1の確率へ変える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2880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temperature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確率の尖り方を調整する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6324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greedyとsamplingを見分ける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6324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variation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seed違いで結果が変わる理由を読む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0060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最後に説明できること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確率表が同じでも、選択ルールが変わると生成結果が変わる。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Softmaxはスコアを確率に変える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logitの大小関係を保ちながら、合計1の確率表に変換します。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logit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元スコア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exp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正の値へ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sum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合計を作る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divide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割合にする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148840"/>
            <a:ext cx="169164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probability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確率表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3886200"/>
          <a:ext cx="99669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モデルが候補tokenに付けたスコア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Softmax後の選ばれやすさ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小さな語彙6件で、logits、確率、選択結果を見ます。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候補token、logit、生成設定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02_LOGITS_SOFTMAX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temperature=1.0の確率表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03_TEMPERATURE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温度別の確率比較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04/05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選択方式とsampling結果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巨大語彙や実モデルのlogit生成ではなく、確率化と選択の読み方に絞ります。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5</a:t>
            </a:r>
          </a:p>
        </p:txBody>
      </p:sp>
      <p:sp>
        <p:nvSpPr>
          <p:cNvPr id="13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https://github.com/KanameShiga-dev/excel-python-mini-llm-demo/tree/main/第7回_Softmax_Generation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入力・設定シート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候補token、logit、temperature、top_k、seedを確認します。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候補token / logit / 生成設定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temperature / top_k / seed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確率の尖り方と選ばれるtoken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Excelで変更・確認する場所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入力、確率表、temperature比較、sampling結果を分けて見ます。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候補token、logit、設定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02_LOGITS_SOFTMAX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確率表を見る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03_TEMPERATURE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temperature別の確率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尖り方の変化を見る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04_SELECTION_METHODS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greedy / top-k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選択ルールの違いを見る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05_SAMPLING_RUNS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seedとsampled_token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ばらつきを見る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生成は 確率化 と 選択 に分けて読む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logits -&gt; Softmax -&gt; selection -&gt; next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logits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probability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81160" y="2377440"/>
            <a:ext cx="160020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next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6052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読み方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Softmaxは確率表を作る段階、selectionは確率表から1つを選ぶ段階です。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logitは確率そのものではない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Softmax後のprobability列を見て、合計1の候補表として読む。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49377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candidate_token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probabilityの読み方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最も高い候補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ました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2番目に高い候補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ね / よ など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0.9以下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確率はあるが低め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617720"/>
            <a:ext cx="9966960" cy="68580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logitは負でもよく、Softmax後のprobabilityで候補の選ばれやすさを読みます。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貼り付けてCtrl + Enter。result_dfで返す表を切り替えます。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10_RUN_PYTHONを開く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excel_softmax_generation_demo_code.pyを貼る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result_dfを切り替える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確率表とsampling結果を確認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返す表・列・変数の見方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score_df / temperature_df / top_k_df / sample_df / summary_df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3657600"/>
              </a:tblGrid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Yu Gothic"/>
                        </a:rP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Yu Gothic"/>
                        </a:rPr>
                        <a:t>主な中身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score_df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temperature=1.0の確率表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基本のSoftmax結果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temperature_df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temperature別の確率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尖り方の比較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top_k_df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上位候補だけ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候補制限の確認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sample_df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seedごとの選択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ばらつきの確認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summary_df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選択方式まとめ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greedy/sampling/top-kの差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48640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切り替え例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result_df = sample_df にすると、seed違いの選択結果を表示できます。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表の読み方 1: 確率表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rank、candidate_token、logit、scaled_logit、probabilityを順に読む。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43484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確率順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1位が最も選ばれやすい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元スコア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確率ではない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scaled_logit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temperature適用後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Softmaxに入る値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選ばれやすさ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合計1の確率として読む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43484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最初の確認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まずprobability列を見て、どの候補がどれくらい選ばれやすいかを読みます。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表の読み方 2: ばらつき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sample_dfではseedごとに乱数と選ばれたtokenを確認します。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43484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乱数の元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同じseedなら再現しやすい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random_value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0から1の乱数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累積確率のどこに入るかを見る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sampled_token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選ばれた候補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最大確率以外も選ばれうる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43484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ばらつきの理由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samplingは確率を使って乱数で選ぶため、同じ確率表でも結果が変わります。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第6回の表現から確率を作り、第8回では正解との差をLossとして見る。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次token予測に使う表現を作る。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語彙ごとの確率と選択を見る。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正解との差を数値化する。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選んだ次tokenが正しかったか、どれくらい外れたかを次回のLossで扱います。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語彙、logit生成、文脈更新、各種サンプリング実装は教材用に簡略化。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語彙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6候補だけ。実LLMは巨大な語彙を扱う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logit生成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固定値。実LLMではモデル本体が文脈から計算する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greedy、top-k、基本samplingだけ。top-pなどは扱わない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文脈更新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次tokenを足して再予測する反復処理は簡略化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安全性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実運用の安全制御や停止条件は扱わない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Softmaxは確率表、samplingは生成のばらつき、次回は予測のズレを扱います。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Softmaxはlogitを確率表に変換します。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score_df、temperature_df、sample_dfで比較します。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小語彙と固定logitの教材用デモです。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第8回 Lossと学習では、選んだ確率と正解との差を数値にします。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第7回 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この回で使う表・列・変数・概念を整理します。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19072"/>
          <a:ext cx="1060704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795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この教材での意味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Softmaxに入る語彙ごとのスコア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スコアを合計1の確率に変える関数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候補tokenの選ばれやすさ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確率分布の尖り方を調整する値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最大確率のtokenを選ぶ方法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確率に沿って乱数で選ぶ方法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top_k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上位k件だけを残す候補制限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乱数結果を再現しやすくする値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