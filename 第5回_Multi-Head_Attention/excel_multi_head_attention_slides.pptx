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943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Q/K/Vからscore、softmax、output、concatまでを順番に計算します。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複数のHeadが同じ入力を別々の重みで見て、最後に横につながる流れを確認します。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concat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706624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18320" y="2706624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同じ手順を並列に実行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 → score → softmax →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第5回は、複数の見方を同時に走らせるMulti-Head Attentionです。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第5回の到達点: Q/K/V、score、softmax、output、concatを計算手順として追う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Multi-Head Attentionの計算を、Excel上の表で順番に追います。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入力Xから見る側、見られる側、取り出す値を作る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QとKの内積をsqrt(d_k)で割る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softmax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scoreを行ごとのattention weightに変える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1とHead 2のoutputを横につなげる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focus_trace_df。query token「食べる」について、Q/K/Vからconcatまでを1本の表で追います。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Multi-Headは複数の見方を並べる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同じ入力Xを、Headごとに違うWq/Wk/Wvで変換します。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 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5 token x 4次元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2331720"/>
            <a:ext cx="7315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0" y="2057400"/>
            <a:ext cx="26517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926080"/>
            <a:ext cx="26517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 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69480" y="2560320"/>
            <a:ext cx="731520" cy="36576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269480" y="2971800"/>
            <a:ext cx="731520" cy="41148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01000" y="2651760"/>
            <a:ext cx="278892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Headごとのoutputを横に結合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concatは足し算ではありません。Head 1 outputとHead 2 outputを横に並べる操作です。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Excelで動く、Multi-Head Attention計算デモです。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01_INPUT_X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tokenと入力ベクトルXを見る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Head別シート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Q/K/V、score、softmax、outputを見る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12_CONCAT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1/2のoutputを横に結合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13_FOCUS_TRACE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食べるをqueryにして計算を追う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Wq/Wk/Wvは教材用の固定値です。Attention重みは手で貼らず、Pythonで計算します。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https://github.com/KanameShiga-dev/excel-python-mini-llm-demo/tree/main/第5回_Multi-Head_Attention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01_INPUT_X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入力Xを起点に、Head別の重み・Q/K/V・score・softmax・concatへ進みます。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UIで何を確認するか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Head別の表とfocus_trace_dfを切り替え、Q/K/Vからconcatまでの計算を追います。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入力X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第4回までの入力ベクトルを見る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02/07_WEIGHTS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Head別Wq/Wk/Wv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Headごとの重みの違いを見る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03/08_QKV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Head別Q/K/V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同じXから違うQ/K/Vができると見る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04/09_SCORE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queryとkeyの組み合わせごとの点数を見る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05/10_SOFTMAX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どのkeyを見たかを読む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13_FOCUS_TRACE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食べるの計算追跡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1つのqueryで全手順を追う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第5回のExcel UIは、Head別シートとpython_result_df切替で、計算段階ごとの差を見せる構成です。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Headごとに同じ計算を行い、最後にconcatします。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3役へ変換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QK^T/sqrt(dk)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重み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output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weight@V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横に結合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1とHead 2は同じ手順ですが、Wq/Wk/Wvが違うため出力も違います。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第4回までに作った入力ベクトルXを、Attention計算に渡します。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入力token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/ は / りんご / を /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5 token x 4次元。x0〜x3として表示します。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input_x_df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 / token / x0〜x3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weights_head*_df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Wq/Wk/Wvの固定値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focus_trace_df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食べるをqueryにした計算の流れ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ここでは出力projection Woは扱わず、concatまでに絞ります。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既定では、focus_trace_dfを返して計算の流れを追います。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14_RUN_PYTHONシートを開く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.pyコードを貼り付ける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focus_trace_dfを見る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sectionをQ→K→V→score→softmax→output→concatの順に追う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必要ならpython_result_dfをconcat_dfに変える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Head別の表に切り替えて再実行する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最後の `python_result_df = ...` を変えると、表示するDataFrameを切り替えられます。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第5回は、コード末尾のpython_result_dfを切り替えて確認します。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76352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focus_trace_df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section / head / query / key / value / formula。既定表示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concat_df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position / token / head1_0〜head2_1 / concat_vector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qkv_head1_df / qkv_head2_df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kind / position / token / dim_0 / dim_1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score_head*_df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query_token / key_token / dot / score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softmax_head*_df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score / exp_score / 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output_head*_df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position / token / out_0 / out_1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focus_trace_df。query token「食べる」の計算を、Head 1とHead 2で追います。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focus_trace_dfは、1つのquery tokenをsection順に追う表です。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69080"/>
                <a:gridCol w="43891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section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入力Xから作ったベクトル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Q[4]=X[4]@Wq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queryとkeyの組み合わせ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Q[4]・K[j]/sqrt(2)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keyごとのattention_weight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exp(score)/sum(row)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weight row@V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Headごとの出力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sectionを上から追うと、Q/K/Vからoutputまでの計算順が分かります。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同じquery「食べる」でも、Headごとにvalueやweightが変わります。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softmaxとconcatを見ると、Headごとの差と結合の意味が分かります。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89120"/>
                <a:gridCol w="3749039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query_token / key_token / 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どのkeyをどれくらい見たか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output_head*_df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out_0 / out_1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Headごとの出力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concat_df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concat_vector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Head出力を横につなげた結果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concat_dfで、Head 1 outputとHead 2 outputが足し算ではなく横結合されていることを確認します。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第4回で作った入力ベクトルを、今回はQ/K/Vに変換します。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意味と順番を足した入力Xを作った。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Q/K/V、score、softmax、concatを追う。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次回は、今回のAttention出力をResidual、LayerNorm、FFNとつなげてBlockとして見ます。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今回は計算手順を優先し、範囲を広げすぎません。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学習済みではなく教材用Wq/Wk/Wvを使う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Head数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2 Headだけ。実LLMより小さい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出力projection Wo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未扱い。concatまでに絞る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未扱い。生成時の未来tokenマスクは扱わない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Block部品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Residual、LayerNorm、FFNは第6回で扱う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第5回では、Multi-Head Attentionを計算手順として追いました。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XからQ/K/Vを作り、score、softmax、outputへ進みます。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focus_trace_dfとconcat_dfで、計算の流れと結合を確認します。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出力projection WoやTransformer Block全体は未扱いです。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第6回 Transformer Blockでは、AttentionとFFNをResidualやLayerNormと組み合わせます。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第5回 Multi-Head Attention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Q/K/Vからconcatまでの計算を読むための用語を整理します。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同じ入力Xを、別のWq/Wk/Wvで見る計算単位です。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Wq / Wk / Wv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入力XからQ、K、Vを作るための重み行列です。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QとKの内積をsqrt(d_k)で割った値です。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scoreを行ごとのattention_weightに変える処理です。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attention_weight @ Vで作るHeadごとの出力です。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concat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Headごとのoutputを横に並べる操作です。足し算ではありません。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第5回では、出力projection Woは扱わず、concatまでを確認します。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Excel Education Series</dc:creator>
  <cp:keywords/>
  <dc:description/>
  <cp:lastModifiedBy>Excel Education Series</cp:lastModifiedBy>
  <cp:revision>1</cp:revision>
  <dcterms:created xsi:type="dcterms:W3CDTF">2013-01-27T09:14:16Z</dcterms:created>
  <dcterms:modified xsi:type="dcterms:W3CDTF">2013-01-27T09:15:58Z</dcterms:modified>
  <cp:category/>
  <cp:contentStatus/>
</cp:coreProperties>
</file>